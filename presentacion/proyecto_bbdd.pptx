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9" r:id="rId2"/>
    <p:sldId id="256" r:id="rId3"/>
    <p:sldId id="257" r:id="rId4"/>
    <p:sldId id="258" r:id="rId5"/>
    <p:sldId id="260" r:id="rId6"/>
  </p:sldIdLst>
  <p:sldSz cx="9144000" cy="5143500" type="screen16x9"/>
  <p:notesSz cx="51435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desplazar la diapositiva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5DF098D-01A8-476C-86C1-17CBEAEFBA91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CF1EB8-D070-4A7D-BCA6-C9BB85FB33B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304B765-2A15-4FD4-932A-FF27DF7FC9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85FEDF6-26BB-4E8C-B0E0-2281696610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del texto de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11093FA-CCB2-1FA1-57B5-5CE461F41298}"/>
              </a:ext>
            </a:extLst>
          </p:cNvPr>
          <p:cNvSpPr txBox="1"/>
          <p:nvPr/>
        </p:nvSpPr>
        <p:spPr>
          <a:xfrm>
            <a:off x="1668965" y="2156251"/>
            <a:ext cx="61777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CREACIÓN DE BASE DE DATOS RELACIONAL BASADA EN DATOS DE LA ESCUELA THE BRIDGE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231414C-910E-0DC6-F0AB-EBE4ADC957FA}"/>
              </a:ext>
            </a:extLst>
          </p:cNvPr>
          <p:cNvSpPr txBox="1"/>
          <p:nvPr/>
        </p:nvSpPr>
        <p:spPr>
          <a:xfrm>
            <a:off x="5642516" y="4237464"/>
            <a:ext cx="3129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Roberto, Ainara, Iqra, Estibaliz</a:t>
            </a:r>
          </a:p>
        </p:txBody>
      </p:sp>
    </p:spTree>
    <p:extLst>
      <p:ext uri="{BB962C8B-B14F-4D97-AF65-F5344CB8AC3E}">
        <p14:creationId xmlns:p14="http://schemas.microsoft.com/office/powerpoint/2010/main" val="410469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00520" cy="5142960"/>
          </a:xfrm>
          <a:prstGeom prst="rect">
            <a:avLst/>
          </a:prstGeom>
          <a:solidFill>
            <a:srgbClr val="4EADD4"/>
          </a:solidFill>
          <a:ln w="12700">
            <a:solidFill>
              <a:srgbClr val="4EAD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384120" y="274320"/>
            <a:ext cx="4571280" cy="25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1">
                <a:solidFill>
                  <a:srgbClr val="8DA9C4"/>
                </a:solidFill>
                <a:effectLst/>
                <a:uFillTx/>
                <a:latin typeface="Calibri"/>
                <a:ea typeface="Calibri"/>
              </a:rPr>
              <a:t>PROYECTO BBDD · BOOTCAMP</a:t>
            </a:r>
            <a:endParaRPr lang="es-E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384120" y="502776"/>
            <a:ext cx="5119920" cy="4413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Modelo </a:t>
            </a:r>
            <a:r>
              <a:rPr lang="en-US" sz="3600" b="1" u="none" strike="noStrike" dirty="0" err="1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Entidad</a:t>
            </a:r>
            <a:r>
              <a:rPr lang="en-US" sz="360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–</a:t>
            </a:r>
            <a:r>
              <a:rPr lang="en-US" sz="3600" b="1" u="none" strike="noStrike" dirty="0" err="1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Relación</a:t>
            </a:r>
            <a:endParaRPr lang="es-ES" sz="3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2418AE7-1758-AFCF-FC3D-26C89F11FA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2523" y="1096215"/>
            <a:ext cx="4998953" cy="384730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0" y="0"/>
            <a:ext cx="200520" cy="514296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384120" y="255960"/>
            <a:ext cx="45712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1" dirty="0">
                <a:solidFill>
                  <a:srgbClr val="8DA9C4"/>
                </a:solidFill>
                <a:effectLst/>
                <a:uFillTx/>
                <a:latin typeface="Calibri"/>
                <a:ea typeface="Calibri"/>
              </a:rPr>
              <a:t>PROYECTO BBDD · BOOTCAMP</a:t>
            </a:r>
            <a:endParaRPr lang="es-E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384120" y="502920"/>
            <a:ext cx="457128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Modelo </a:t>
            </a:r>
            <a:r>
              <a:rPr lang="en-US" sz="3600" b="1" u="none" strike="noStrike" dirty="0" err="1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Lógico</a:t>
            </a:r>
            <a:endParaRPr lang="es-E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"/>
          <p:cNvSpPr/>
          <p:nvPr/>
        </p:nvSpPr>
        <p:spPr>
          <a:xfrm>
            <a:off x="384120" y="1092528"/>
            <a:ext cx="8411760" cy="43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Convierte</a:t>
            </a:r>
            <a:r>
              <a:rPr lang="en-US" sz="11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el</a:t>
            </a:r>
            <a:r>
              <a:rPr lang="en-US" sz="11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modelo</a:t>
            </a:r>
            <a:r>
              <a:rPr lang="en-US" sz="11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E/R </a:t>
            </a:r>
            <a:r>
              <a:rPr lang="en-US" sz="11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en</a:t>
            </a:r>
            <a:r>
              <a:rPr lang="en-US" sz="11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algo implementable </a:t>
            </a:r>
            <a:r>
              <a:rPr lang="en-US" sz="11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en</a:t>
            </a:r>
            <a:r>
              <a:rPr lang="en-US" sz="11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SQL: </a:t>
            </a:r>
            <a:r>
              <a:rPr lang="en-US" sz="11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tablas</a:t>
            </a:r>
            <a:r>
              <a:rPr lang="en-US" sz="11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con columnas, claves </a:t>
            </a:r>
            <a:r>
              <a:rPr lang="en-US" sz="11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primarias</a:t>
            </a:r>
            <a:r>
              <a:rPr lang="en-US" sz="11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(PK) y </a:t>
            </a:r>
            <a:r>
              <a:rPr lang="en-US" sz="11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foráneas</a:t>
            </a:r>
            <a:r>
              <a:rPr lang="en-US" sz="11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(FK). Las </a:t>
            </a:r>
            <a:r>
              <a:rPr lang="en-US" sz="11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relaciones</a:t>
            </a:r>
            <a:r>
              <a:rPr lang="en-US" sz="11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N:M se </a:t>
            </a:r>
            <a:r>
              <a:rPr lang="en-US" sz="11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sustituyen</a:t>
            </a:r>
            <a:r>
              <a:rPr lang="en-US" sz="11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por</a:t>
            </a:r>
            <a:r>
              <a:rPr lang="en-US" sz="11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una</a:t>
            </a:r>
            <a:r>
              <a:rPr lang="en-US" sz="11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tabla</a:t>
            </a:r>
            <a:r>
              <a:rPr lang="en-US" sz="11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puente</a:t>
            </a:r>
            <a:r>
              <a:rPr lang="en-US" sz="11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s-E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4"/>
          <p:cNvSpPr/>
          <p:nvPr/>
        </p:nvSpPr>
        <p:spPr>
          <a:xfrm>
            <a:off x="384120" y="1632167"/>
            <a:ext cx="2651040" cy="612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blurRad="50760" dist="12218" dir="8100000" algn="bl" rotWithShape="0">
              <a:srgbClr val="000000">
                <a:alpha val="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5"/>
          <p:cNvSpPr/>
          <p:nvPr/>
        </p:nvSpPr>
        <p:spPr>
          <a:xfrm>
            <a:off x="384120" y="1632168"/>
            <a:ext cx="2651040" cy="24624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475560" y="1632168"/>
            <a:ext cx="2468160" cy="24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SEDES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475560" y="1897488"/>
            <a:ext cx="2468160" cy="14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</a:t>
            </a:r>
            <a:r>
              <a:rPr lang="en-US" sz="850" b="0" u="none" strike="noStrike" dirty="0" err="1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id_sede</a:t>
            </a:r>
            <a:r>
              <a:rPr lang="en-US" sz="850" b="0" u="none" strike="noStrike" dirty="0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  PK  SERIAL</a:t>
            </a:r>
            <a:endParaRPr lang="es-ES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8"/>
          <p:cNvSpPr/>
          <p:nvPr/>
        </p:nvSpPr>
        <p:spPr>
          <a:xfrm>
            <a:off x="475560" y="2063808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nombre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9"/>
          <p:cNvSpPr/>
          <p:nvPr/>
        </p:nvSpPr>
        <p:spPr>
          <a:xfrm>
            <a:off x="384120" y="2327081"/>
            <a:ext cx="2651040" cy="623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blurRad="50760" dist="12218" dir="8100000" algn="bl" rotWithShape="0">
              <a:srgbClr val="000000">
                <a:alpha val="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10"/>
          <p:cNvSpPr/>
          <p:nvPr/>
        </p:nvSpPr>
        <p:spPr>
          <a:xfrm>
            <a:off x="384120" y="2327082"/>
            <a:ext cx="2651040" cy="24624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475560" y="2327082"/>
            <a:ext cx="2468160" cy="24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MODALIDADES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475560" y="2592402"/>
            <a:ext cx="2468160" cy="14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id_modalidad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475560" y="2758722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8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nombre</a:t>
            </a:r>
            <a:r>
              <a:rPr lang="en-US" sz="8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VARCHAR</a:t>
            </a:r>
            <a:endParaRPr lang="es-E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4"/>
          <p:cNvSpPr/>
          <p:nvPr/>
        </p:nvSpPr>
        <p:spPr>
          <a:xfrm>
            <a:off x="384120" y="3033723"/>
            <a:ext cx="2651040" cy="78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blurRad="50760" dist="12218" dir="8100000" algn="bl" rotWithShape="0">
              <a:srgbClr val="000000">
                <a:alpha val="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5"/>
          <p:cNvSpPr/>
          <p:nvPr/>
        </p:nvSpPr>
        <p:spPr>
          <a:xfrm>
            <a:off x="384120" y="3033723"/>
            <a:ext cx="2651040" cy="24624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475560" y="3033723"/>
            <a:ext cx="2468160" cy="24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ROLES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475560" y="3298683"/>
            <a:ext cx="2468160" cy="14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id_rol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475560" y="3465363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codigo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9"/>
          <p:cNvSpPr/>
          <p:nvPr/>
        </p:nvSpPr>
        <p:spPr>
          <a:xfrm>
            <a:off x="475560" y="3594963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800" b="0" u="none" strike="noStrike" dirty="0" err="1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nombre</a:t>
            </a:r>
            <a:r>
              <a:rPr lang="en-US" sz="800" b="0" u="none" strike="noStrike" dirty="0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VARCHAR</a:t>
            </a:r>
            <a:endParaRPr lang="es-E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0"/>
          <p:cNvSpPr/>
          <p:nvPr/>
        </p:nvSpPr>
        <p:spPr>
          <a:xfrm>
            <a:off x="384120" y="3904848"/>
            <a:ext cx="265104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blurRad="50760" dist="12218" dir="8100000" algn="bl" rotWithShape="0">
              <a:srgbClr val="000000">
                <a:alpha val="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1"/>
          <p:cNvSpPr/>
          <p:nvPr/>
        </p:nvSpPr>
        <p:spPr>
          <a:xfrm>
            <a:off x="384120" y="3904848"/>
            <a:ext cx="2651040" cy="24624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475560" y="3904848"/>
            <a:ext cx="2468160" cy="24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CURSOS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3"/>
          <p:cNvSpPr/>
          <p:nvPr/>
        </p:nvSpPr>
        <p:spPr>
          <a:xfrm>
            <a:off x="475560" y="4169808"/>
            <a:ext cx="2468160" cy="14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id_curso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4"/>
          <p:cNvSpPr/>
          <p:nvPr/>
        </p:nvSpPr>
        <p:spPr>
          <a:xfrm>
            <a:off x="475560" y="4336488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codigo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5"/>
          <p:cNvSpPr/>
          <p:nvPr/>
        </p:nvSpPr>
        <p:spPr>
          <a:xfrm>
            <a:off x="475560" y="4466088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nombre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6"/>
          <p:cNvSpPr/>
          <p:nvPr/>
        </p:nvSpPr>
        <p:spPr>
          <a:xfrm>
            <a:off x="3246120" y="1632168"/>
            <a:ext cx="2651040" cy="75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blurRad="50760" dist="12218" dir="8100000" algn="bl" rotWithShape="0">
              <a:srgbClr val="000000">
                <a:alpha val="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7"/>
          <p:cNvSpPr/>
          <p:nvPr/>
        </p:nvSpPr>
        <p:spPr>
          <a:xfrm>
            <a:off x="3246120" y="1632168"/>
            <a:ext cx="2651040" cy="24624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8"/>
          <p:cNvSpPr/>
          <p:nvPr/>
        </p:nvSpPr>
        <p:spPr>
          <a:xfrm>
            <a:off x="3337560" y="1632168"/>
            <a:ext cx="2468160" cy="24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PROFESORES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9"/>
          <p:cNvSpPr/>
          <p:nvPr/>
        </p:nvSpPr>
        <p:spPr>
          <a:xfrm>
            <a:off x="3337560" y="1897488"/>
            <a:ext cx="2468160" cy="14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id_profesor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0"/>
          <p:cNvSpPr/>
          <p:nvPr/>
        </p:nvSpPr>
        <p:spPr>
          <a:xfrm>
            <a:off x="3337560" y="2063808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nombre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31"/>
          <p:cNvSpPr/>
          <p:nvPr/>
        </p:nvSpPr>
        <p:spPr>
          <a:xfrm>
            <a:off x="3337560" y="2193768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id_rol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32"/>
          <p:cNvSpPr/>
          <p:nvPr/>
        </p:nvSpPr>
        <p:spPr>
          <a:xfrm>
            <a:off x="3246120" y="2539786"/>
            <a:ext cx="2651040" cy="1172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blurRad="50760" dist="12218" dir="8100000" algn="bl" rotWithShape="0">
              <a:srgbClr val="000000">
                <a:alpha val="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3"/>
          <p:cNvSpPr/>
          <p:nvPr/>
        </p:nvSpPr>
        <p:spPr>
          <a:xfrm>
            <a:off x="3246120" y="2539786"/>
            <a:ext cx="2651040" cy="24624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4"/>
          <p:cNvSpPr/>
          <p:nvPr/>
        </p:nvSpPr>
        <p:spPr>
          <a:xfrm>
            <a:off x="3337560" y="2539786"/>
            <a:ext cx="2468160" cy="24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PROMOCIONES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35"/>
          <p:cNvSpPr/>
          <p:nvPr/>
        </p:nvSpPr>
        <p:spPr>
          <a:xfrm>
            <a:off x="3337560" y="2805106"/>
            <a:ext cx="2468160" cy="14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id_promocion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36"/>
          <p:cNvSpPr/>
          <p:nvPr/>
        </p:nvSpPr>
        <p:spPr>
          <a:xfrm>
            <a:off x="3337560" y="2971426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nombre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7"/>
          <p:cNvSpPr/>
          <p:nvPr/>
        </p:nvSpPr>
        <p:spPr>
          <a:xfrm>
            <a:off x="3337560" y="3101386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fecha_comienzo DATE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38"/>
          <p:cNvSpPr/>
          <p:nvPr/>
        </p:nvSpPr>
        <p:spPr>
          <a:xfrm>
            <a:off x="3337560" y="3230986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id_sede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39"/>
          <p:cNvSpPr/>
          <p:nvPr/>
        </p:nvSpPr>
        <p:spPr>
          <a:xfrm>
            <a:off x="3337560" y="3360946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id_modalidad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40"/>
          <p:cNvSpPr/>
          <p:nvPr/>
        </p:nvSpPr>
        <p:spPr>
          <a:xfrm>
            <a:off x="3337560" y="3490906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 dirty="0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</a:t>
            </a:r>
            <a:r>
              <a:rPr lang="en-US" sz="800" b="0" u="none" strike="noStrike" dirty="0" err="1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id_curso</a:t>
            </a:r>
            <a:r>
              <a:rPr lang="en-US" sz="800" b="0" u="none" strike="noStrike" dirty="0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 FK</a:t>
            </a:r>
            <a:endParaRPr lang="es-E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41"/>
          <p:cNvSpPr/>
          <p:nvPr/>
        </p:nvSpPr>
        <p:spPr>
          <a:xfrm>
            <a:off x="3246120" y="3900853"/>
            <a:ext cx="2651040" cy="8713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blurRad="50760" dist="12218" dir="8100000" algn="bl" rotWithShape="0">
              <a:srgbClr val="000000">
                <a:alpha val="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42"/>
          <p:cNvSpPr/>
          <p:nvPr/>
        </p:nvSpPr>
        <p:spPr>
          <a:xfrm>
            <a:off x="3246120" y="3900853"/>
            <a:ext cx="2651040" cy="24624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43"/>
          <p:cNvSpPr/>
          <p:nvPr/>
        </p:nvSpPr>
        <p:spPr>
          <a:xfrm>
            <a:off x="3337560" y="3900853"/>
            <a:ext cx="2468160" cy="24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ALUMNOS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4"/>
          <p:cNvSpPr/>
          <p:nvPr/>
        </p:nvSpPr>
        <p:spPr>
          <a:xfrm>
            <a:off x="3337560" y="4166173"/>
            <a:ext cx="2468160" cy="14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id_alumno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45"/>
          <p:cNvSpPr/>
          <p:nvPr/>
        </p:nvSpPr>
        <p:spPr>
          <a:xfrm>
            <a:off x="3337560" y="4332493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nombre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46"/>
          <p:cNvSpPr/>
          <p:nvPr/>
        </p:nvSpPr>
        <p:spPr>
          <a:xfrm>
            <a:off x="3337560" y="4462453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email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47"/>
          <p:cNvSpPr/>
          <p:nvPr/>
        </p:nvSpPr>
        <p:spPr>
          <a:xfrm>
            <a:off x="3337560" y="4592053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id_promocion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48"/>
          <p:cNvSpPr/>
          <p:nvPr/>
        </p:nvSpPr>
        <p:spPr>
          <a:xfrm>
            <a:off x="6108120" y="1632492"/>
            <a:ext cx="2651040" cy="7542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blurRad="50760" dist="12218" dir="8100000" algn="bl" rotWithShape="0">
              <a:srgbClr val="000000">
                <a:alpha val="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49"/>
          <p:cNvSpPr/>
          <p:nvPr/>
        </p:nvSpPr>
        <p:spPr>
          <a:xfrm>
            <a:off x="6108120" y="1632492"/>
            <a:ext cx="2651040" cy="24624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50"/>
          <p:cNvSpPr/>
          <p:nvPr/>
        </p:nvSpPr>
        <p:spPr>
          <a:xfrm>
            <a:off x="6199560" y="1632492"/>
            <a:ext cx="2468160" cy="24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PROYECTOS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51"/>
          <p:cNvSpPr/>
          <p:nvPr/>
        </p:nvSpPr>
        <p:spPr>
          <a:xfrm>
            <a:off x="6199560" y="1897452"/>
            <a:ext cx="2468160" cy="14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id_proyecto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2"/>
          <p:cNvSpPr/>
          <p:nvPr/>
        </p:nvSpPr>
        <p:spPr>
          <a:xfrm>
            <a:off x="6199560" y="2064132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nombre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53"/>
          <p:cNvSpPr/>
          <p:nvPr/>
        </p:nvSpPr>
        <p:spPr>
          <a:xfrm>
            <a:off x="6199560" y="2193732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id_curso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54"/>
          <p:cNvSpPr/>
          <p:nvPr/>
        </p:nvSpPr>
        <p:spPr>
          <a:xfrm>
            <a:off x="6108120" y="2542990"/>
            <a:ext cx="2651040" cy="891603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blurRad="50760" dist="12218" dir="8100000" algn="bl" rotWithShape="0">
              <a:srgbClr val="000000">
                <a:alpha val="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55"/>
          <p:cNvSpPr/>
          <p:nvPr/>
        </p:nvSpPr>
        <p:spPr>
          <a:xfrm>
            <a:off x="6108120" y="2542991"/>
            <a:ext cx="2651040" cy="24624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56"/>
          <p:cNvSpPr/>
          <p:nvPr/>
        </p:nvSpPr>
        <p:spPr>
          <a:xfrm>
            <a:off x="6199560" y="2542991"/>
            <a:ext cx="2468160" cy="24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NOTAS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57"/>
          <p:cNvSpPr/>
          <p:nvPr/>
        </p:nvSpPr>
        <p:spPr>
          <a:xfrm>
            <a:off x="6199560" y="2807951"/>
            <a:ext cx="2468160" cy="14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id_nota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8"/>
          <p:cNvSpPr/>
          <p:nvPr/>
        </p:nvSpPr>
        <p:spPr>
          <a:xfrm>
            <a:off x="6199560" y="2974631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id_alumno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59"/>
          <p:cNvSpPr/>
          <p:nvPr/>
        </p:nvSpPr>
        <p:spPr>
          <a:xfrm>
            <a:off x="6199560" y="3104231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id_proyecto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60"/>
          <p:cNvSpPr/>
          <p:nvPr/>
        </p:nvSpPr>
        <p:spPr>
          <a:xfrm>
            <a:off x="6199560" y="3234191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resultado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61"/>
          <p:cNvSpPr/>
          <p:nvPr/>
        </p:nvSpPr>
        <p:spPr>
          <a:xfrm>
            <a:off x="6108120" y="3900852"/>
            <a:ext cx="2651040" cy="74779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blurRad="50760" dist="12218" dir="8100000" algn="bl" rotWithShape="0">
              <a:srgbClr val="000000">
                <a:alpha val="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62"/>
          <p:cNvSpPr/>
          <p:nvPr/>
        </p:nvSpPr>
        <p:spPr>
          <a:xfrm>
            <a:off x="6108120" y="3900853"/>
            <a:ext cx="2651040" cy="2462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63"/>
          <p:cNvSpPr/>
          <p:nvPr/>
        </p:nvSpPr>
        <p:spPr>
          <a:xfrm>
            <a:off x="6199560" y="3900853"/>
            <a:ext cx="2468160" cy="24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IMPARTE ★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64"/>
          <p:cNvSpPr/>
          <p:nvPr/>
        </p:nvSpPr>
        <p:spPr>
          <a:xfrm>
            <a:off x="6199560" y="4165813"/>
            <a:ext cx="2468160" cy="14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id_imparte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65"/>
          <p:cNvSpPr/>
          <p:nvPr/>
        </p:nvSpPr>
        <p:spPr>
          <a:xfrm>
            <a:off x="6199560" y="4332133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id_profesor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66"/>
          <p:cNvSpPr/>
          <p:nvPr/>
        </p:nvSpPr>
        <p:spPr>
          <a:xfrm>
            <a:off x="6199560" y="4462093"/>
            <a:ext cx="2468160" cy="12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id_promocion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67"/>
          <p:cNvSpPr/>
          <p:nvPr/>
        </p:nvSpPr>
        <p:spPr>
          <a:xfrm>
            <a:off x="384120" y="4883040"/>
            <a:ext cx="8411760" cy="18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i="1" u="none" strike="noStrike">
                <a:solidFill>
                  <a:srgbClr val="8DA9C4"/>
                </a:solidFill>
                <a:effectLst/>
                <a:uFillTx/>
                <a:latin typeface="Calibri"/>
                <a:ea typeface="Calibri"/>
              </a:rPr>
              <a:t>🔑 PK = Clave Primaria    🔗 FK = Clave Foránea    ★ Tabla puente (N:M → SQL)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0"/>
          <p:cNvSpPr/>
          <p:nvPr/>
        </p:nvSpPr>
        <p:spPr>
          <a:xfrm>
            <a:off x="0" y="0"/>
            <a:ext cx="200520" cy="5142960"/>
          </a:xfrm>
          <a:prstGeom prst="rect">
            <a:avLst/>
          </a:prstGeom>
          <a:solidFill>
            <a:srgbClr val="4EADD4"/>
          </a:solidFill>
          <a:ln w="12700">
            <a:solidFill>
              <a:srgbClr val="4EAD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"/>
          <p:cNvSpPr/>
          <p:nvPr/>
        </p:nvSpPr>
        <p:spPr>
          <a:xfrm>
            <a:off x="384120" y="255960"/>
            <a:ext cx="457128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1">
                <a:solidFill>
                  <a:srgbClr val="8DA9C4"/>
                </a:solidFill>
                <a:effectLst/>
                <a:uFillTx/>
                <a:latin typeface="Calibri"/>
                <a:ea typeface="Calibri"/>
              </a:rPr>
              <a:t>PROYECTO BBDD · BOOTCAMP</a:t>
            </a:r>
            <a:endParaRPr lang="es-E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"/>
          <p:cNvSpPr/>
          <p:nvPr/>
        </p:nvSpPr>
        <p:spPr>
          <a:xfrm>
            <a:off x="384120" y="482184"/>
            <a:ext cx="2693617" cy="91543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 dirty="0" err="1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Diagrama</a:t>
            </a:r>
            <a:r>
              <a:rPr lang="en-US" sz="320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de Base de Datos</a:t>
            </a:r>
            <a:endParaRPr lang="es-ES" sz="3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3"/>
          <p:cNvSpPr/>
          <p:nvPr/>
        </p:nvSpPr>
        <p:spPr>
          <a:xfrm>
            <a:off x="384121" y="1390697"/>
            <a:ext cx="2463158" cy="69829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 err="1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Implementación</a:t>
            </a:r>
            <a:r>
              <a:rPr lang="en-US" sz="1200" b="0" u="none" strike="noStrike" dirty="0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 dirty="0" err="1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en</a:t>
            </a:r>
            <a:r>
              <a:rPr lang="en-US" sz="1200" b="0" u="none" strike="noStrike" dirty="0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 PostgreSQL — </a:t>
            </a:r>
            <a:r>
              <a:rPr lang="en-US" sz="1200" b="0" u="none" strike="noStrike" dirty="0" err="1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modelo</a:t>
            </a:r>
            <a:r>
              <a:rPr lang="en-US" sz="1200" b="0" u="none" strike="noStrike" dirty="0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 dirty="0" err="1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lógico</a:t>
            </a:r>
            <a:r>
              <a:rPr lang="en-US" sz="1200" b="0" u="none" strike="noStrike" dirty="0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 dirty="0" err="1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completo</a:t>
            </a:r>
            <a:r>
              <a:rPr lang="en-US" sz="1200" b="0" u="none" strike="noStrike" dirty="0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 con </a:t>
            </a:r>
            <a:r>
              <a:rPr lang="en-US" sz="1200" b="0" u="none" strike="noStrike" dirty="0" err="1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relaciones</a:t>
            </a:r>
            <a:r>
              <a:rPr lang="en-US" sz="1200" b="0" u="none" strike="noStrike" dirty="0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 y </a:t>
            </a:r>
            <a:r>
              <a:rPr lang="en-US" sz="1200" b="0" u="none" strike="noStrike" dirty="0" err="1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tipos</a:t>
            </a:r>
            <a:r>
              <a:rPr lang="en-US" sz="1200" b="0" u="none" strike="noStrike" dirty="0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 de </a:t>
            </a:r>
            <a:r>
              <a:rPr lang="en-US" sz="1200" b="0" u="none" strike="noStrike" dirty="0" err="1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dato</a:t>
            </a:r>
            <a:endParaRPr lang="es-ES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1EAF5B8-8EA4-47DF-51F3-1A0A8F513C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049" y="483840"/>
            <a:ext cx="5752284" cy="42759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4DE807C-852F-F44C-CB88-4769DEBB1FF4}"/>
              </a:ext>
            </a:extLst>
          </p:cNvPr>
          <p:cNvSpPr txBox="1"/>
          <p:nvPr/>
        </p:nvSpPr>
        <p:spPr>
          <a:xfrm>
            <a:off x="3195021" y="1553737"/>
            <a:ext cx="23045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ESKERRIK ASKO! 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B516C09-2399-C0A7-97CA-14A24F8FBA16}"/>
              </a:ext>
            </a:extLst>
          </p:cNvPr>
          <p:cNvSpPr txBox="1"/>
          <p:nvPr/>
        </p:nvSpPr>
        <p:spPr>
          <a:xfrm>
            <a:off x="3560956" y="2371695"/>
            <a:ext cx="17060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/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3124398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</TotalTime>
  <Words>286</Words>
  <Application>Microsoft Office PowerPoint</Application>
  <PresentationFormat>Presentación en pantalla (16:9)</PresentationFormat>
  <Paragraphs>59</Paragraphs>
  <Slides>5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BBDD - Bootcamp</dc:title>
  <dc:subject>PptxGenJS Presentation</dc:subject>
  <dc:creator>PptxGenJS</dc:creator>
  <dc:description/>
  <cp:lastModifiedBy>Estibaliz Larrinaga López</cp:lastModifiedBy>
  <cp:revision>7</cp:revision>
  <dcterms:created xsi:type="dcterms:W3CDTF">2026-05-21T13:35:42Z</dcterms:created>
  <dcterms:modified xsi:type="dcterms:W3CDTF">2026-05-21T14:49:27Z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On-screen Show (16:9)</vt:lpwstr>
  </property>
  <property fmtid="{D5CDD505-2E9C-101B-9397-08002B2CF9AE}" pid="4" name="Slides">
    <vt:i4>3</vt:i4>
  </property>
</Properties>
</file>